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681E14-565A-4162-94C1-D7CFD480E9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276210-C8C2-4B5C-A409-D095E39659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D6CD5B2-7D51-42C2-95FB-5315F41A6A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8B412E9-CC1F-45D0-807D-83F89CEB8B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67B467A-B0A9-48BC-86D3-AF17B9B4CD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2BABE4A-1A8D-4B35-B0AC-DB58415023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85223EE-3364-4742-B2B2-33692E18A6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7642D22-833C-4374-9925-A44F0A47C1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7D04D45-E087-4F5D-8AF9-5E04BEF676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FE8FDB6-DDF2-4B3F-9799-EBCBAB45B1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99ED14F-D0D6-435B-BBE8-4500A7E82C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Click to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edit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Master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title style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CC2224-7696-47C0-86D7-3A3E2D7E293A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Third Outline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Fourth Outline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in Modern Roman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Latin Modern Roman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in Modern Roman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Latin Modern Roman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in Modern Roman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Click to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edit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Master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title style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4A46E8-A51E-491C-A6A1-BBCA8A95A6D5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li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k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o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d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i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M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a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s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r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i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l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s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y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l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B3CA9E-D878-43A5-BB7A-0466142BD5F3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Click to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edit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Master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title style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410EA4-CE8C-411D-9906-96EBC104C3BA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3000" spc="-1" strike="noStrike" cap="all">
                <a:solidFill>
                  <a:schemeClr val="dk1"/>
                </a:solidFill>
                <a:latin typeface="Latin Modern Roman"/>
              </a:rPr>
              <a:t>Click </a:t>
            </a:r>
            <a:r>
              <a:rPr b="1" lang="en-US" sz="3000" spc="-1" strike="noStrike" cap="all">
                <a:solidFill>
                  <a:schemeClr val="dk1"/>
                </a:solidFill>
                <a:latin typeface="Latin Modern Roman"/>
              </a:rPr>
              <a:t>to edit </a:t>
            </a:r>
            <a:r>
              <a:rPr b="1" lang="en-US" sz="3000" spc="-1" strike="noStrike" cap="all">
                <a:solidFill>
                  <a:schemeClr val="dk1"/>
                </a:solidFill>
                <a:latin typeface="Latin Modern Roman"/>
              </a:rPr>
              <a:t>Maste</a:t>
            </a:r>
            <a:r>
              <a:rPr b="1" lang="en-US" sz="3000" spc="-1" strike="noStrike" cap="all">
                <a:solidFill>
                  <a:schemeClr val="dk1"/>
                </a:solidFill>
                <a:latin typeface="Latin Modern Roman"/>
              </a:rPr>
              <a:t>r title </a:t>
            </a:r>
            <a:r>
              <a:rPr b="1" lang="en-US" sz="3000" spc="-1" strike="noStrike" cap="all">
                <a:solidFill>
                  <a:schemeClr val="dk1"/>
                </a:solidFill>
                <a:latin typeface="Latin Modern Roman"/>
              </a:rPr>
              <a:t>style</a:t>
            </a:r>
            <a:endParaRPr b="0" lang="en-US" sz="30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3430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Click to edit Master text styles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952167-51F4-4D41-9C50-3B504B1D0159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Click to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edit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Master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title style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B5FAE1-F41E-4CE2-8FA7-66A9A891D148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35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20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35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20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6B1C70-289B-4A04-ACFA-1E35C3558F18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491055-93D0-43B4-9B1F-B0BACBCF9FD8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7A220D-F001-4525-B212-A2BAF02FED30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chemeClr val="dk1"/>
                </a:solidFill>
                <a:latin typeface="Latin Modern Roman"/>
              </a:rPr>
              <a:t>Click to edit Master title style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105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A00A9C-6566-4908-A396-A16C3DCB6614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chemeClr val="dk1"/>
                </a:solidFill>
                <a:latin typeface="Latin Modern Roman"/>
              </a:rPr>
              <a:t>Click to edit Master title style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46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105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33CD70-EB1C-4E92-8060-D68BDCBDE8BD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SPAR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Week 4(?)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Progress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Report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28" lnSpcReduction="20000"/>
          </a:bodyPr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pl-PL" sz="24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Steering the </a:t>
            </a:r>
            <a:r>
              <a:rPr b="0" lang="pl-PL" sz="24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effort </a:t>
            </a:r>
            <a:r>
              <a:rPr b="0" lang="pl-PL" sz="24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direction in </a:t>
            </a:r>
            <a:r>
              <a:rPr b="0" lang="pl-PL" sz="24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Qwen3.5-9B: </a:t>
            </a:r>
            <a:r>
              <a:rPr b="0" lang="pl-PL" sz="24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pilot</a:t>
            </a:r>
            <a:br>
              <a:rPr sz="2400"/>
            </a:br>
            <a:br>
              <a:rPr sz="2400"/>
            </a:br>
            <a:r>
              <a:rPr b="0" lang="pl-PL" sz="24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Kacper</a:t>
            </a:r>
            <a:endParaRPr b="0" lang="pl-PL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2026-10-10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Research Question &amp; Hypotheses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RQ: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are the effort and expert roleplay effects carried by a single direction in the residual stream, and does their size correspond to a dose?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Hypotheses: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H1: Adding the direction to a neutral prompt wins like the effort/roleplay prompts do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H2: Removing the direction cancels the effect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H3: Random directions of equal size do nothing, fluency stays intact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Design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65" lnSpcReduction="20000"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Model.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Qwen3.5-9B (only OW actor in the paper); thinking off, temperature 1.0, prompts from the paper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Vectors.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E (effort), R_id (world-class vs skilled), R_act (act-as persona). Extracted from the paper’s grant, postmortem, and translation tasks, with the essay test held out (prompts per direction per vector: 90 x 2 x 3). Readout from response token means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Dose unit.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Fraction </a:t>
            </a:r>
            <a:r>
              <a:rPr b="0" i="1" lang="en-US" sz="2400" spc="-1" strike="noStrike">
                <a:solidFill>
                  <a:schemeClr val="dk1"/>
                </a:solidFill>
                <a:latin typeface="Latin Modern Roman"/>
              </a:rPr>
              <a:t>r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of the layer’s residual norm; natural prompt shift at layer 16 is r = 0.014. </a:t>
            </a: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Proposed by Claude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Cells.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Main curve at layer 16, r in {-0.2, -0.1, -0.05, +0.05, +0.1, +0.15}; layer check at layers 12 and 20 at +/-0.1; two random same-norm directions; baseline vs baseline null check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Analysis pipeline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4133"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Judging reuses the paper’s unchanged script and panel: claude-haiku-4.5, gemini-3.1-flash-lite, gpt-5-mini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Per cell: win rate, exact-binomial 95% CI, two-sided binomial p. Trend: logistic regression of win on signed dose with item-clustered SEs. Specificity: Fisher test of E vs pooled random directions at the same norm. </a:t>
            </a: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Proposed by Claude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Some side checks: one judge coherence, word counts, truncation.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Vector quality: split-half cosine between vectors from two independent halves of the data. </a:t>
            </a: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Proposed by Claude.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This disqualified the role vectors (pure noise)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Results (for now, Claude analysis)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graphicFrame>
        <p:nvGraphicFramePr>
          <p:cNvPr id="76" name="Content Placeholder 5"/>
          <p:cNvGraphicFramePr/>
          <p:nvPr/>
        </p:nvGraphicFramePr>
        <p:xfrm>
          <a:off x="457200" y="1193760"/>
          <a:ext cx="8229240" cy="172044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Replication (local vs paper)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pairs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win rate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paper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max-effort prompt vs neutral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150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0.71 (p = 0.01)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0.67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world-class vs skilled role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150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0.55 (n.s.)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0.57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" name="Content Placeholder 5"/>
          <p:cNvGraphicFramePr/>
          <p:nvPr/>
        </p:nvGraphicFramePr>
        <p:xfrm>
          <a:off x="457200" y="1193760"/>
          <a:ext cx="8229240" cy="23284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E dose at layer 16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W / L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win rate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coherence pass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-0.20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1 / 54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0.02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0.88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-0.10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7 / 26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0.21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0.92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+0.05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11 / 6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0.65 (n.s.)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0.80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+0.10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8 / 16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0.33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0.48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+0.15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 / 30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0.00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0.28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random, -0.2 (pooled)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16 / 30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0.35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0.75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Dose trend: steep and monotone from -0.2 to +0.05 (p = 5e-12), then reverses. Same at layers 12 and 20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E vs random at -0.2: Fisher p = 7e-6. Split-half reliability: E 0.65, R_act 0.22, R_id -0.05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What it means and what is next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H1 not shown.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No positive dose beats baseline; above r = 0.05 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prose becomes very… flowery(?) and fluency drops. The unsteered 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model already sits near the judges’ optimum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H2 supported.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Removing the direction destroys judged quality 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while prose stays fluent and the same length. Essays turn plain 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and formulaic.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H3 mostly supported.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Random directions cost a little at the 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largest dose, E costs 20x more at half the norm.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My observation.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E behaves like a rhetorical-elaboration dial 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the judges reward in moderation; the prompt’s +20-word length 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effect is not reproduced by steering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Role.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No reproducible role direction with this recipe. This does 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match the paper’s weak role effects, but role steering needs a new 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extraction method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2026-10-10T18:01:29Z</dcterms:created>
  <dc:creator>Kacper</dc:creator>
  <dc:description/>
  <dc:language>pl-PL</dc:language>
  <cp:lastModifiedBy/>
  <dcterms:modified xsi:type="dcterms:W3CDTF">2026-10-10T20:37:54Z</dcterms:modified>
  <cp:revision>1</cp:revision>
  <dc:subject/>
  <dc:title>SPAR Week 4(?) Progress Report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2026-10-10</vt:lpwstr>
  </property>
  <property fmtid="{D5CDD505-2E9C-101B-9397-08002B2CF9AE}" pid="3" name="subtitle">
    <vt:lpwstr>Steering the effort direction in Qwen3.5-9B: pilot</vt:lpwstr>
  </property>
</Properties>
</file>